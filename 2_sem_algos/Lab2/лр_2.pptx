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6"/>
  </p:notesMasterIdLst>
  <p:sldIdLst>
    <p:sldId id="258" r:id="rId2"/>
    <p:sldId id="263" r:id="rId3"/>
    <p:sldId id="261" r:id="rId4"/>
    <p:sldId id="262" r:id="rId5"/>
  </p:sldIdLst>
  <p:sldSz cx="12192000" cy="6858000"/>
  <p:notesSz cx="6858000" cy="9144000"/>
  <p:embeddedFontLst>
    <p:embeddedFont>
      <p:font typeface="Montserrat" panose="00000500000000000000" pitchFamily="2" charset="-52"/>
      <p:regular r:id="rId7"/>
      <p:bold r:id="rId8"/>
      <p:italic r:id="rId9"/>
      <p:boldItalic r:id="rId1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EE"/>
    <a:srgbClr val="E46C2A"/>
    <a:srgbClr val="FF7300"/>
    <a:srgbClr val="0055BB"/>
    <a:srgbClr val="0061AF"/>
    <a:srgbClr val="8F9092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97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6371-251F-4ED8-9B56-EDA7AD5BC192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1231-4811-4266-96DE-A5316DE68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4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B1231-4811-4266-96DE-A5316DE68A6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7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340011" y="6291675"/>
            <a:ext cx="1649811" cy="36933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202</a:t>
            </a:r>
            <a:r>
              <a:rPr lang="en-US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27364" y="2924814"/>
            <a:ext cx="10737272" cy="769441"/>
          </a:xfrm>
        </p:spPr>
        <p:txBody>
          <a:bodyPr/>
          <a:lstStyle/>
          <a:p>
            <a:pPr algn="ctr"/>
            <a:r>
              <a:rPr lang="ru-RU" sz="4400" dirty="0"/>
              <a:t>Лабораторная </a:t>
            </a:r>
            <a:r>
              <a:rPr lang="ru-RU" sz="4400"/>
              <a:t>работа 2</a:t>
            </a:r>
            <a:endParaRPr lang="ru-RU" sz="4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36" y="681629"/>
            <a:ext cx="1904264" cy="14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5DCA-B2D8-E3AC-A144-FF477E05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F5D1B-7909-A370-6326-ACDD0926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37950D-113A-E50D-A17B-C32F143A1B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1323439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Реализовать односвязный, двусвязный, циклический список и основные операции с ними (добавление в начало/конец, удаление из начала/конца, поиск по значению, добавление/удаление по адресу (на вход функции подается не значение, а конкретный </a:t>
            </a:r>
            <a:r>
              <a:rPr lang="en-US" sz="2000" dirty="0"/>
              <a:t>node)</a:t>
            </a:r>
            <a:r>
              <a:rPr lang="ru-RU" sz="2000" b="0" i="0" dirty="0">
                <a:effectLst/>
              </a:rPr>
              <a:t>, вывод на экран).</a:t>
            </a:r>
          </a:p>
        </p:txBody>
      </p:sp>
    </p:spTree>
    <p:extLst>
      <p:ext uri="{BB962C8B-B14F-4D97-AF65-F5344CB8AC3E}">
        <p14:creationId xmlns:p14="http://schemas.microsoft.com/office/powerpoint/2010/main" val="165562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4CBB-0DCC-4620-A4B0-8447C7841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4524315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Дан односвязный список и число k. Необходимо развернуть список по группам из k элементов. Если в конце списка остаётся группа с количеством элементов меньше k, её не нужно разворачивать.</a:t>
            </a:r>
          </a:p>
          <a:p>
            <a:pPr>
              <a:spcAft>
                <a:spcPts val="0"/>
              </a:spcAft>
            </a:pPr>
            <a:r>
              <a:rPr lang="ru-RU" sz="2400" dirty="0"/>
              <a:t>Пример:</a:t>
            </a:r>
            <a:br>
              <a:rPr lang="ru-RU" sz="2400" dirty="0"/>
            </a:br>
            <a:r>
              <a:rPr lang="ru-RU" sz="2400" dirty="0"/>
              <a:t>Вход: </a:t>
            </a:r>
            <a:r>
              <a:rPr lang="en-US" sz="2400" dirty="0"/>
              <a:t>head (</a:t>
            </a:r>
            <a:r>
              <a:rPr lang="ru-RU" sz="2400" dirty="0"/>
              <a:t>1→2→3→4→5→6</a:t>
            </a:r>
            <a:r>
              <a:rPr lang="en-US" sz="2400" dirty="0"/>
              <a:t>)</a:t>
            </a:r>
            <a:r>
              <a:rPr lang="ru-RU" sz="2400" dirty="0"/>
              <a:t>*, </a:t>
            </a:r>
            <a:r>
              <a:rPr lang="en-US" sz="2400" dirty="0"/>
              <a:t>3</a:t>
            </a:r>
            <a:br>
              <a:rPr lang="en-US" sz="2400" dirty="0"/>
            </a:br>
            <a:r>
              <a:rPr lang="ru-RU" sz="2400" dirty="0"/>
              <a:t>Выход: </a:t>
            </a:r>
            <a:r>
              <a:rPr lang="en-US" sz="2400" dirty="0"/>
              <a:t>head (</a:t>
            </a:r>
            <a:r>
              <a:rPr lang="ru-RU" sz="2400" dirty="0"/>
              <a:t>3→2→1→6→5→4</a:t>
            </a:r>
            <a:r>
              <a:rPr lang="en-US" sz="2400" dirty="0"/>
              <a:t>)</a:t>
            </a:r>
            <a:r>
              <a:rPr lang="ru-RU" sz="2400" dirty="0"/>
              <a:t>*</a:t>
            </a:r>
            <a:endParaRPr lang="en-US" sz="2400" dirty="0"/>
          </a:p>
          <a:p>
            <a:pPr>
              <a:spcAft>
                <a:spcPts val="0"/>
              </a:spcAft>
            </a:pPr>
            <a:endParaRPr lang="en-US" sz="2400" dirty="0"/>
          </a:p>
          <a:p>
            <a:pPr>
              <a:spcAft>
                <a:spcPts val="0"/>
              </a:spcAft>
            </a:pPr>
            <a:r>
              <a:rPr lang="en-US" sz="2400" dirty="0"/>
              <a:t>*</a:t>
            </a:r>
            <a:r>
              <a:rPr lang="ru-RU" sz="2400" dirty="0"/>
              <a:t>На вход функции подается указатель на голову списка, точно также, как и возвращаемое значение должно быть указателем на голову функции. В скобочках указано, как выглядит список до</a:t>
            </a:r>
            <a:r>
              <a:rPr lang="en-US" sz="2400" dirty="0"/>
              <a:t>/</a:t>
            </a:r>
            <a:r>
              <a:rPr lang="ru-RU" sz="2400" dirty="0"/>
              <a:t>после преобразований</a:t>
            </a:r>
          </a:p>
        </p:txBody>
      </p:sp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E13D2-27F7-E77D-0BF6-F8E23FA81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5CAA0-5AF4-7014-A6D1-A5C92A54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3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D96895-A632-C1CE-C80D-F4A593A13F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1631216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Проверьте, является ли односвязный список палиндромом. Решение должно быть выполнено за O(n) времени и O(1) дополнительной памяти.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Пример: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Вход: 1→2→3→2→1</a:t>
            </a:r>
          </a:p>
          <a:p>
            <a:pPr algn="l">
              <a:spcAft>
                <a:spcPts val="0"/>
              </a:spcAft>
            </a:pPr>
            <a:r>
              <a:rPr lang="ru-RU" sz="2000" b="0" i="0" dirty="0">
                <a:effectLst/>
              </a:rPr>
              <a:t>Выход: True</a:t>
            </a:r>
          </a:p>
        </p:txBody>
      </p:sp>
    </p:spTree>
    <p:extLst>
      <p:ext uri="{BB962C8B-B14F-4D97-AF65-F5344CB8AC3E}">
        <p14:creationId xmlns:p14="http://schemas.microsoft.com/office/powerpoint/2010/main" val="2012946926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</TotalTime>
  <Words>212</Words>
  <Application>Microsoft Office PowerPoint</Application>
  <PresentationFormat>Широкоэкранный</PresentationFormat>
  <Paragraphs>15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Montserrat</vt:lpstr>
      <vt:lpstr>Шаблон МИФИ</vt:lpstr>
      <vt:lpstr>Презентация PowerPoint</vt:lpstr>
      <vt:lpstr>Задача 1</vt:lpstr>
      <vt:lpstr>Задача 2</vt:lpstr>
      <vt:lpstr>Задача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Владимир Волков</cp:lastModifiedBy>
  <cp:revision>71</cp:revision>
  <dcterms:created xsi:type="dcterms:W3CDTF">2020-05-28T16:18:16Z</dcterms:created>
  <dcterms:modified xsi:type="dcterms:W3CDTF">2026-02-15T17:42:44Z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