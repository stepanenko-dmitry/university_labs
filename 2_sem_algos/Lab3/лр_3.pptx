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6"/>
  </p:notesMasterIdLst>
  <p:sldIdLst>
    <p:sldId id="258" r:id="rId2"/>
    <p:sldId id="261" r:id="rId3"/>
    <p:sldId id="262" r:id="rId4"/>
    <p:sldId id="263" r:id="rId5"/>
  </p:sldIdLst>
  <p:sldSz cx="12192000" cy="6858000"/>
  <p:notesSz cx="6858000" cy="9144000"/>
  <p:embeddedFontLst>
    <p:embeddedFont>
      <p:font typeface="Montserrat" panose="00000500000000000000" pitchFamily="2" charset="-52"/>
      <p:regular r:id="rId7"/>
      <p:bold r:id="rId8"/>
      <p:italic r:id="rId9"/>
      <p:boldItalic r:id="rId1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7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202</a:t>
            </a:r>
            <a:r>
              <a:rPr lang="en-US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</a:t>
            </a:r>
            <a:r>
              <a:rPr lang="ru-RU" sz="4400"/>
              <a:t>работа 3</a:t>
            </a:r>
            <a:endParaRPr lang="ru-RU" sz="4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1569660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Напишите программу, которая при помощи дека (реализовать дек самостоятельно без использования библиотек) проверяет, является ли слово палиндромом.</a:t>
            </a:r>
          </a:p>
          <a:p>
            <a:pPr algn="just">
              <a:spcAft>
                <a:spcPts val="0"/>
              </a:spcAft>
            </a:pPr>
            <a:endParaRPr lang="ru-RU" sz="2400" b="0" i="0" dirty="0">
              <a:effectLst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010B4E-B9C1-4C46-24DD-D248B9F83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38" y="2460779"/>
            <a:ext cx="5544324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E13D2-27F7-E77D-0BF6-F8E23FA81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CAA0-5AF4-7014-A6D1-A5C92A54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D96895-A632-C1CE-C80D-F4A593A13F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5940088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Есть тупиковый двор, куда машины заезжают и выезжают через один проход. Машины могут двигаться только вперед и назад. Необходимо определить, можно ли вывести машины из двора в заданном порядке, используя стек для управления их перемещением.</a:t>
            </a:r>
          </a:p>
          <a:p>
            <a:pPr algn="l">
              <a:spcAft>
                <a:spcPts val="0"/>
              </a:spcAft>
            </a:pPr>
            <a:endParaRPr lang="ru-RU" sz="2000" dirty="0"/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entering = [1,2,3,4,5]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[1,2,3,4,5]))        #True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[5,4,3,2,1]))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[2,1,4,3,5]))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[3,2,1,4,5]))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[4,3,5,2,1]))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[2,3,1,4,5]))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[1,3,2,5,4]))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[4,5,3,2,1]))        # True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[5,3,4,2,1]))        # False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 [3,1,2,5,4]))        # False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(entering,[5,1,4,2,3]))         # False print(</a:t>
            </a:r>
            <a:r>
              <a:rPr lang="en-US" sz="2000" b="0" i="1" dirty="0" err="1">
                <a:effectLst/>
              </a:rPr>
              <a:t>can_rearrange_cars</a:t>
            </a:r>
            <a:r>
              <a:rPr lang="en-US" sz="2000" b="0" i="1" dirty="0">
                <a:effectLst/>
              </a:rPr>
              <a:t>(entering,[3,5,4,1,2]))         # False</a:t>
            </a:r>
            <a:endParaRPr lang="ru-RU" sz="2000" dirty="0"/>
          </a:p>
          <a:p>
            <a:pPr algn="l">
              <a:spcAft>
                <a:spcPts val="0"/>
              </a:spcAft>
            </a:pPr>
            <a:endParaRPr lang="ru-RU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294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5DCA-B2D8-E3AC-A144-FF477E05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F5D1B-7909-A370-6326-ACDD0926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3*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37950D-113A-E50D-A17B-C32F143A1B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707886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Реализовать n стеков, используя два ограниченных массива фиксированной длины.</a:t>
            </a:r>
          </a:p>
        </p:txBody>
      </p:sp>
    </p:spTree>
    <p:extLst>
      <p:ext uri="{BB962C8B-B14F-4D97-AF65-F5344CB8AC3E}">
        <p14:creationId xmlns:p14="http://schemas.microsoft.com/office/powerpoint/2010/main" val="165562603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</TotalTime>
  <Words>270</Words>
  <Application>Microsoft Office PowerPoint</Application>
  <PresentationFormat>Широкоэкранный</PresentationFormat>
  <Paragraphs>22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Montserrat</vt:lpstr>
      <vt:lpstr>Arial</vt:lpstr>
      <vt:lpstr>Calibri</vt:lpstr>
      <vt:lpstr>Шаблон МИФИ</vt:lpstr>
      <vt:lpstr>Презентация PowerPoint</vt:lpstr>
      <vt:lpstr>Задача 1</vt:lpstr>
      <vt:lpstr>Задача 2</vt:lpstr>
      <vt:lpstr>Задача 3*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Владимир Волков</cp:lastModifiedBy>
  <cp:revision>64</cp:revision>
  <dcterms:created xsi:type="dcterms:W3CDTF">2020-05-28T16:18:16Z</dcterms:created>
  <dcterms:modified xsi:type="dcterms:W3CDTF">2026-02-15T17:13:46Z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